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  <a:srgbClr val="00FF00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E1714-1D20-49D7-A7C5-92DEF806A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CC9890-3938-47C0-9170-F0A0E53EC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27076F-439C-4F79-AF1B-393735C34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70727-CE8D-4F43-B9AB-07314EA5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881311-0926-4E1E-B2B5-52C067B4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9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F3006-05D8-4E83-9E8A-F7E66C12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DDA4B0-9DDC-46FA-BC30-EB4BFF48F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D68426-B59B-4467-A651-BD1139B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0CD4CD-C447-4176-B5D6-7DBA6C25C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1755C3-B187-45A4-BFF8-F6C036B9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55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EE22E-DD91-4044-8762-614F6370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22013E-6DBA-4825-B93A-349BA537F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7A34A0-C680-46B3-BC71-08FEBFE0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84A310-D421-4FBA-AD8F-E317BB21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90E5DE-645E-4A8A-AB64-DB6DAC47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584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9EA3E-2E0F-45A9-A443-B8303452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525E93-39A0-4575-941D-E56E05637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03A894-5878-4CDE-A422-6197FAAC1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3322A6-E80B-476D-A385-2751C1E6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430A1A-5C44-48F3-B5D1-46FD6D267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470C36-F7D7-4876-A4C2-E0979E25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21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0DD4B-1EB5-4054-8EDE-DB0CC8DD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0793AB-7CEA-4A90-9A7B-549845AB2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CD73F3-C8F4-436A-96A2-625F5B7C1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69DCE0F-DCB7-4C41-B91D-472B0E27D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3D3CDD-EF9D-4B0F-B45C-7E4237FB6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ECE5FC9-04EA-406C-A278-40E4B10F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89E003-447A-4D06-9F23-C5A4944B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FAA428-DBE3-4638-A0A9-208D13E3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070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63052-8F2D-4A56-A7E3-E4AD2FF7A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B8EA2B-0FE5-44F6-A4BC-E870A67C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AEC07CF-C37C-4DA0-8528-A6D2F0970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2AF081-5044-403A-B391-18E5EBF8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074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9DB588-DDD7-4BB9-BBD3-F25F998D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8BE2AB-A3ED-4328-AF11-706925F3E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8C589F-36D8-460F-846C-6357668F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33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A99A8-E5C5-46D9-B89A-4EF65824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70B0AF-FCAB-4AEA-8D58-21CC1C804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4A5CE4-2CA1-4F91-9940-2CEAEC164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0C44D4-55B0-472F-972C-A5D23968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4C49E0-89C0-4668-850A-9A74D09A7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6D4409-FD92-4617-8277-B982E48B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2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DE33B-8396-4417-92B8-BD660535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986A67-123E-40E2-9F77-8EDBC98DF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715140-13D7-4DF7-8867-796A26629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851000-418C-4EBB-99C3-6BEF737C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839CEE-D2F3-425A-BDAE-F14FDDA00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06BC55-25F2-486F-AAA4-B7197B19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05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2759F-5C55-4D05-9C1D-DDC3D44E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2DB832-BCBC-4A8F-94A0-4CF928EFC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F5FFC7-B356-4403-99FB-90167C09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FCC4DA-032D-4A8F-8C36-199A0586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6B9DB6-27AC-4CFF-9C2E-944EEB6D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48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E8AA38-8930-4D34-AD12-45A378C99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A0CA81-08C5-4BF7-AEF7-FC4AC4807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5874CB-720C-4550-8F8F-B419053F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3F6D7F-572E-40F8-8082-20D1B9F60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35E287-DB5C-4728-BD8C-5B5D653C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52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3A791E8-ADBA-4219-839A-2D87D5DD3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1A3D4B-79B2-4E95-82B1-F00E3B4BF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114F6D-39E4-4C43-B9BD-F87F8180D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4A1E1-6BE9-4560-95D4-DF133A889451}" type="datetimeFigureOut">
              <a:rPr lang="pt-BR" smtClean="0"/>
              <a:t>16/05/2023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62C223-82F6-40E2-88AB-F59D655B6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4C2DE0-274F-4E85-8D3F-1A6FE80C4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3E86B-B534-479E-B39A-57C43EB2F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22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7FF5FF0-92EA-4FC6-AA64-EDEE1CE8F234}"/>
              </a:ext>
            </a:extLst>
          </p:cNvPr>
          <p:cNvSpPr txBox="1"/>
          <p:nvPr/>
        </p:nvSpPr>
        <p:spPr>
          <a:xfrm>
            <a:off x="1676399" y="1613119"/>
            <a:ext cx="8369417" cy="20621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3200" dirty="0">
                <a:solidFill>
                  <a:srgbClr val="7030A0"/>
                </a:solidFill>
                <a:latin typeface="Monospac821 BT" panose="020B0609020202020204" pitchFamily="49" charset="0"/>
              </a:rPr>
              <a:t>Estrutura de Dados</a:t>
            </a:r>
          </a:p>
          <a:p>
            <a:pPr algn="ctr"/>
            <a:endParaRPr lang="pt-BR" sz="3200" dirty="0">
              <a:solidFill>
                <a:srgbClr val="7030A0"/>
              </a:solidFill>
              <a:latin typeface="Monospac821 BT" panose="020B0609020202020204" pitchFamily="49" charset="0"/>
            </a:endParaRPr>
          </a:p>
          <a:p>
            <a:pPr algn="ctr"/>
            <a:r>
              <a:rPr lang="pt-BR" sz="3200" dirty="0">
                <a:solidFill>
                  <a:srgbClr val="7030A0"/>
                </a:solidFill>
                <a:latin typeface="Monospac821 BT" panose="020B0609020202020204" pitchFamily="49" charset="0"/>
              </a:rPr>
              <a:t>Resolução de exercícios de Árvores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7EA7CB-0CD7-4640-A839-3ED53DD6C2FA}"/>
              </a:ext>
            </a:extLst>
          </p:cNvPr>
          <p:cNvSpPr txBox="1"/>
          <p:nvPr/>
        </p:nvSpPr>
        <p:spPr>
          <a:xfrm>
            <a:off x="2027338" y="4152550"/>
            <a:ext cx="85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33CC"/>
                </a:solidFill>
                <a:latin typeface="Monospac821 BT" panose="020B0609020202020204" pitchFamily="49" charset="0"/>
              </a:rPr>
              <a:t>Nome: </a:t>
            </a:r>
            <a:r>
              <a:rPr lang="pt-BR" dirty="0" err="1">
                <a:solidFill>
                  <a:srgbClr val="FF33CC"/>
                </a:solidFill>
                <a:latin typeface="Monospac821 BT" panose="020B0609020202020204" pitchFamily="49" charset="0"/>
              </a:rPr>
              <a:t>Gabriella</a:t>
            </a:r>
            <a:r>
              <a:rPr lang="pt-BR" dirty="0">
                <a:solidFill>
                  <a:srgbClr val="FF33CC"/>
                </a:solidFill>
                <a:latin typeface="Monospac821 BT" panose="020B0609020202020204" pitchFamily="49" charset="0"/>
              </a:rPr>
              <a:t> Xavier de Souza Pereira | RA: 2920482011006</a:t>
            </a:r>
          </a:p>
        </p:txBody>
      </p:sp>
    </p:spTree>
    <p:extLst>
      <p:ext uri="{BB962C8B-B14F-4D97-AF65-F5344CB8AC3E}">
        <p14:creationId xmlns:p14="http://schemas.microsoft.com/office/powerpoint/2010/main" val="201587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368E70-DEF5-479D-A456-3712FB6F691C}"/>
              </a:ext>
            </a:extLst>
          </p:cNvPr>
          <p:cNvSpPr txBox="1"/>
          <p:nvPr/>
        </p:nvSpPr>
        <p:spPr>
          <a:xfrm>
            <a:off x="411061" y="570560"/>
            <a:ext cx="430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  <a:latin typeface="Monospac821 BT" panose="020B0609020202020204" pitchFamily="49" charset="0"/>
              </a:rPr>
              <a:t>Exercício 1)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EAC2A5A-F82C-46B2-81BD-79D5722EF0CE}"/>
              </a:ext>
            </a:extLst>
          </p:cNvPr>
          <p:cNvSpPr/>
          <p:nvPr/>
        </p:nvSpPr>
        <p:spPr>
          <a:xfrm>
            <a:off x="4963485" y="1401526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4F249EF-A4BB-43AA-A485-50EF48ECC286}"/>
              </a:ext>
            </a:extLst>
          </p:cNvPr>
          <p:cNvSpPr/>
          <p:nvPr/>
        </p:nvSpPr>
        <p:spPr>
          <a:xfrm>
            <a:off x="2318146" y="2369278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2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E8A2A6AC-D01E-4F06-943A-698B6379B398}"/>
              </a:ext>
            </a:extLst>
          </p:cNvPr>
          <p:cNvSpPr/>
          <p:nvPr/>
        </p:nvSpPr>
        <p:spPr>
          <a:xfrm>
            <a:off x="4963484" y="2369277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3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C7F7960-0BCA-4F49-BB0A-68BE2BC4E809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 flipH="1">
            <a:off x="5257099" y="1988755"/>
            <a:ext cx="1" cy="380522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5C38FEB8-3522-4725-8FA3-1E86F3AC3DDA}"/>
              </a:ext>
            </a:extLst>
          </p:cNvPr>
          <p:cNvCxnSpPr>
            <a:cxnSpLocks/>
            <a:stCxn id="3" idx="6"/>
            <a:endCxn id="36" idx="0"/>
          </p:cNvCxnSpPr>
          <p:nvPr/>
        </p:nvCxnSpPr>
        <p:spPr>
          <a:xfrm>
            <a:off x="5550714" y="1695141"/>
            <a:ext cx="2491530" cy="674137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42297A0B-BD0E-4F3A-A432-D6CB72852B47}"/>
              </a:ext>
            </a:extLst>
          </p:cNvPr>
          <p:cNvCxnSpPr>
            <a:cxnSpLocks/>
            <a:stCxn id="4" idx="3"/>
            <a:endCxn id="48" idx="0"/>
          </p:cNvCxnSpPr>
          <p:nvPr/>
        </p:nvCxnSpPr>
        <p:spPr>
          <a:xfrm flipH="1">
            <a:off x="1254143" y="2870509"/>
            <a:ext cx="1150001" cy="515064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99FE045-B787-443C-B3C5-7500872771A3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2611761" y="1695141"/>
            <a:ext cx="2351724" cy="674137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8BD55206-BCFD-4F57-B768-EF70422791BE}"/>
              </a:ext>
            </a:extLst>
          </p:cNvPr>
          <p:cNvSpPr/>
          <p:nvPr/>
        </p:nvSpPr>
        <p:spPr>
          <a:xfrm>
            <a:off x="7748629" y="2369278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4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DC1537A4-FCAF-43B9-A72C-AC88A22AB726}"/>
              </a:ext>
            </a:extLst>
          </p:cNvPr>
          <p:cNvSpPr/>
          <p:nvPr/>
        </p:nvSpPr>
        <p:spPr>
          <a:xfrm>
            <a:off x="960528" y="3385573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5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A5FD147-65BB-4376-BF4C-8D511904DBE8}"/>
              </a:ext>
            </a:extLst>
          </p:cNvPr>
          <p:cNvSpPr/>
          <p:nvPr/>
        </p:nvSpPr>
        <p:spPr>
          <a:xfrm>
            <a:off x="1345723" y="4502536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9</a:t>
            </a:r>
          </a:p>
        </p:txBody>
      </p: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C8389196-C181-418F-8206-8B10AC5EB5AF}"/>
              </a:ext>
            </a:extLst>
          </p:cNvPr>
          <p:cNvCxnSpPr>
            <a:cxnSpLocks/>
            <a:stCxn id="48" idx="4"/>
            <a:endCxn id="49" idx="1"/>
          </p:cNvCxnSpPr>
          <p:nvPr/>
        </p:nvCxnSpPr>
        <p:spPr>
          <a:xfrm>
            <a:off x="1254143" y="3972802"/>
            <a:ext cx="177578" cy="615732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BD995FBD-845D-402E-BA36-1EEFC966D7B9}"/>
              </a:ext>
            </a:extLst>
          </p:cNvPr>
          <p:cNvSpPr/>
          <p:nvPr/>
        </p:nvSpPr>
        <p:spPr>
          <a:xfrm>
            <a:off x="1755374" y="5411882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10</a:t>
            </a:r>
          </a:p>
        </p:txBody>
      </p: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C64994AB-36BE-47D7-A26B-6FDC0B6BB14B}"/>
              </a:ext>
            </a:extLst>
          </p:cNvPr>
          <p:cNvCxnSpPr>
            <a:cxnSpLocks/>
            <a:stCxn id="49" idx="5"/>
            <a:endCxn id="61" idx="0"/>
          </p:cNvCxnSpPr>
          <p:nvPr/>
        </p:nvCxnSpPr>
        <p:spPr>
          <a:xfrm>
            <a:off x="1846954" y="5003767"/>
            <a:ext cx="202035" cy="408115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C675BE0D-31C8-4985-9906-6D43B4884066}"/>
              </a:ext>
            </a:extLst>
          </p:cNvPr>
          <p:cNvSpPr/>
          <p:nvPr/>
        </p:nvSpPr>
        <p:spPr>
          <a:xfrm>
            <a:off x="2692854" y="3360162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6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AF2AC78C-F74F-4B37-B4EA-04059D7FD5A1}"/>
              </a:ext>
            </a:extLst>
          </p:cNvPr>
          <p:cNvCxnSpPr>
            <a:cxnSpLocks/>
            <a:stCxn id="4" idx="5"/>
            <a:endCxn id="68" idx="0"/>
          </p:cNvCxnSpPr>
          <p:nvPr/>
        </p:nvCxnSpPr>
        <p:spPr>
          <a:xfrm>
            <a:off x="2819377" y="2870509"/>
            <a:ext cx="167092" cy="489653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Elipse 73">
            <a:extLst>
              <a:ext uri="{FF2B5EF4-FFF2-40B4-BE49-F238E27FC236}">
                <a16:creationId xmlns:a16="http://schemas.microsoft.com/office/drawing/2014/main" id="{0457DE16-9C04-40F1-B483-A19D3A3B86C5}"/>
              </a:ext>
            </a:extLst>
          </p:cNvPr>
          <p:cNvSpPr/>
          <p:nvPr/>
        </p:nvSpPr>
        <p:spPr>
          <a:xfrm>
            <a:off x="6758719" y="3385573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7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811918CB-8ED2-496C-B567-2975C8463D13}"/>
              </a:ext>
            </a:extLst>
          </p:cNvPr>
          <p:cNvSpPr/>
          <p:nvPr/>
        </p:nvSpPr>
        <p:spPr>
          <a:xfrm>
            <a:off x="8491045" y="3360162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8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2198F819-71FA-40A8-85FB-D5EBB802D0F5}"/>
              </a:ext>
            </a:extLst>
          </p:cNvPr>
          <p:cNvSpPr/>
          <p:nvPr/>
        </p:nvSpPr>
        <p:spPr>
          <a:xfrm>
            <a:off x="7161400" y="4208921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9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E723BC06-22CA-4DF1-BE05-4D4F12C81058}"/>
              </a:ext>
            </a:extLst>
          </p:cNvPr>
          <p:cNvSpPr/>
          <p:nvPr/>
        </p:nvSpPr>
        <p:spPr>
          <a:xfrm>
            <a:off x="7571051" y="5118267"/>
            <a:ext cx="587229" cy="587229"/>
          </a:xfrm>
          <a:prstGeom prst="ellipse">
            <a:avLst/>
          </a:prstGeom>
          <a:noFill/>
          <a:ln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FF33CC"/>
                </a:solidFill>
                <a:latin typeface="Monospac821 BT" panose="020B0609020202020204" pitchFamily="49" charset="0"/>
              </a:rPr>
              <a:t>10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179E1147-47E9-4CD3-9000-DEBF9F8CACB8}"/>
              </a:ext>
            </a:extLst>
          </p:cNvPr>
          <p:cNvCxnSpPr>
            <a:stCxn id="36" idx="3"/>
            <a:endCxn id="74" idx="0"/>
          </p:cNvCxnSpPr>
          <p:nvPr/>
        </p:nvCxnSpPr>
        <p:spPr>
          <a:xfrm flipH="1">
            <a:off x="7052334" y="2870509"/>
            <a:ext cx="782293" cy="515064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F0769B49-6C0A-4F92-A5EC-929E620B28CB}"/>
              </a:ext>
            </a:extLst>
          </p:cNvPr>
          <p:cNvCxnSpPr>
            <a:cxnSpLocks/>
            <a:stCxn id="36" idx="5"/>
            <a:endCxn id="75" idx="0"/>
          </p:cNvCxnSpPr>
          <p:nvPr/>
        </p:nvCxnSpPr>
        <p:spPr>
          <a:xfrm>
            <a:off x="8249860" y="2870509"/>
            <a:ext cx="534800" cy="489653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FC63B1AC-C8F3-4CA6-A3C9-CE871805F646}"/>
              </a:ext>
            </a:extLst>
          </p:cNvPr>
          <p:cNvCxnSpPr>
            <a:cxnSpLocks/>
            <a:stCxn id="74" idx="5"/>
            <a:endCxn id="76" idx="0"/>
          </p:cNvCxnSpPr>
          <p:nvPr/>
        </p:nvCxnSpPr>
        <p:spPr>
          <a:xfrm>
            <a:off x="7259950" y="3886804"/>
            <a:ext cx="195065" cy="322117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A77978A7-80A8-46AA-9B8A-20BB68A8CF53}"/>
              </a:ext>
            </a:extLst>
          </p:cNvPr>
          <p:cNvCxnSpPr>
            <a:cxnSpLocks/>
            <a:stCxn id="76" idx="5"/>
            <a:endCxn id="77" idx="0"/>
          </p:cNvCxnSpPr>
          <p:nvPr/>
        </p:nvCxnSpPr>
        <p:spPr>
          <a:xfrm>
            <a:off x="7662631" y="4710152"/>
            <a:ext cx="202035" cy="408115"/>
          </a:xfrm>
          <a:prstGeom prst="line">
            <a:avLst/>
          </a:prstGeom>
          <a:ln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314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368E70-DEF5-479D-A456-3712FB6F691C}"/>
              </a:ext>
            </a:extLst>
          </p:cNvPr>
          <p:cNvSpPr txBox="1"/>
          <p:nvPr/>
        </p:nvSpPr>
        <p:spPr>
          <a:xfrm>
            <a:off x="411061" y="570560"/>
            <a:ext cx="430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  <a:latin typeface="Monospac821 BT" panose="020B0609020202020204" pitchFamily="49" charset="0"/>
              </a:rPr>
              <a:t>Exercício 2)</a:t>
            </a:r>
          </a:p>
        </p:txBody>
      </p:sp>
    </p:spTree>
    <p:extLst>
      <p:ext uri="{BB962C8B-B14F-4D97-AF65-F5344CB8AC3E}">
        <p14:creationId xmlns:p14="http://schemas.microsoft.com/office/powerpoint/2010/main" val="19315681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37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Monospac821 BT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dti</dc:creator>
  <cp:lastModifiedBy>dti</cp:lastModifiedBy>
  <cp:revision>6</cp:revision>
  <dcterms:created xsi:type="dcterms:W3CDTF">2023-05-17T00:06:18Z</dcterms:created>
  <dcterms:modified xsi:type="dcterms:W3CDTF">2023-05-17T01:00:08Z</dcterms:modified>
</cp:coreProperties>
</file>